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Economics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— Operating the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— Cost Economics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cost components: model, infrastructure, human oversight, failure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cost per task, not unit cost per token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optimizing one component pushes others up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front-loaded investment paying back over a long tail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vendor invoice, the visible 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compute, storage, network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oversight: engineer time on review, escalation, postmortem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incidents, customer impact, secondary effects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Optimize One in Isolation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30% drop in unit cost from a cheaper model can be wiped out by retry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models without measuring end-to-end cost is gambling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line is the most visible because it has an invoice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three are usually larger combined and almost always more strategic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Cost Belongs in 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 budget rising as the team grows: that's failure cost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it in HR or operations budgets produces decisions that look right and aren't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 and secondary incidents are part of the failure cost too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dashboard with only model and infrastructure is missing half the picture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 Investment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disciplines cost engineering time before they pay back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comes in reduced incidents, faster postmortems, smoother audits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skip the disciplines: cheap first quarter, expensive fourth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invest: more upfront, recoup over the long tail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a cheaper model based on unit cost alone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failure cost in the on-call rotation budget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model cost as the whole cost story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18 — Cost Economics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cost components together set the actual operating cost. Optimizing one in isolation tends to push the others up. The right unit of measurement is end-to-end cost per task. Disciplines front-load investment and pay back across the long tail.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18.1 — The four cost components</a:t>
            </a:r>
          </a:p>
        </p:txBody>
      </p:sp>
      <p:pic>
        <p:nvPicPr>
          <p:cNvPr id="3" name="Picture 2" descr="f75d971de9bc96bfa945c2a0b9cc2d0494819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710" y="1280160"/>
            <a:ext cx="524658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 — Cost Economics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