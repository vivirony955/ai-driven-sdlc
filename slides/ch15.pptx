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— Quality Concerns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 — Performance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tail latency (p99) rather than averages as the user-perceived metric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the critical path explicitly and defend it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four levers: latency, persistence, caching, concurrency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waivers indicate a budget is wrong, not just convenient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Beats Median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200ms median with a 5-second p99: 1% of users hit something close to broken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User-perceived performance lives in the tail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schedules to median estimates will be slow most of the 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is the default budget metric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the Critical Path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endpoint is critical, none of them are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operations user perception depends on (login, checkout, content load)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p50/p95/p99 budgets for each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not on the critical path can degrade gracefully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round-trip time, serialization, work per request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write throughput, read latency, durability cost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 hit rate, invalidation, staleness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Concurrency: parallelism, contention, queue depth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waiver for a single regression is a tool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waivers on the same path within a quarter is a signal: budget is wrong, path is broken, or both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to issue waivers makes the situation worse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recurring pattern is the diagnostic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average latency rather than tail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critical path as everything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waivers accumulate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 — Performance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path needs to be enumerated and defended explicitly. A regression on the critical path should never ship without a written, time-bounded waiver. Latency, persistence, caching, and concurrency are the four main levers.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15.1 — Critical-path latency budgets (Atlas Learn)</a:t>
            </a:r>
          </a:p>
        </p:txBody>
      </p:sp>
      <p:pic>
        <p:nvPicPr>
          <p:cNvPr id="3" name="Picture 2" descr="a9109b4dbd59b8e53a2521e00fd73ef4349d66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880" y="1280160"/>
            <a:ext cx="552224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 — Performance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