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Approvals, and Audit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Operating Disciplines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Governance, Approvals, and Audit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pillars of governance: role isolation, approval gates, audit trails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P0/P1/P2 issues by their impact on release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approval has decayed from gate to ceremony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governance discipline without producing pure friction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isolation: each agent or human has a defined role; no role does the work of another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gates: explicit moments where a named approver must consent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trails: every decision recorded with who, what, when, why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/ P1 / P2 Classification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blocks release; must be fixed before any deployment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significant problem that must be addressed soon but doesn't block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tracked but not urgent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drives action: governance wires into priority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Approval Decays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approver who "rubber-stamps" reviews has converted approval into ceremony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exists in form but not in function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incident that should have been blocked at the gate reveals nothing was checked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approvers must produce findings or explicitly state none found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Channels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conversations, out-of-band approvals, "quick fixes" bypassing the recorded path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convenient in the moment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Cumulatively they make the audit trail fictional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recorded history doesn't reflect what actually happened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everything to avoid friction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Auto-promoting because the QA agent passed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shadow channels grow because they're convenient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Governance, Approvals, and Audit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are role isolation, approval gates, and audit trails. Governance is what enables a team to delegate confidently rather than constantly second-guessing. Issue classification (P0/P1/P2) wires governance into action.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7.1 — Governance flow through the execution loop</a:t>
            </a:r>
          </a:p>
        </p:txBody>
      </p:sp>
      <p:pic>
        <p:nvPicPr>
          <p:cNvPr id="3" name="Picture 2" descr="625cb4c2f1231253f48f6c5d6cac0cf123941d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13" y="1280160"/>
            <a:ext cx="4909773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— Governance, Approvals, and Audit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