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Rollout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Case Study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— The Framework Rollout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two-year framework rollout through six phases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landed easily vs. what fought back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why new hires absorbed the framework faster than established engineers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rollout pattern to a different organization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 Over Two Years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(Q1): architecture document and tracker land easily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(Q2): prompt library and Auditor role; mixed reception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(Q3–Q4): approval gates and decision logs encounter resistance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(Q5): mid-rollout crisis tests the discipline under deadline pressure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(Q6–Q7): consolidation, the rollout slows by design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(Q8): adaptive maturity, the team starts improving the framework itself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Landed Easily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document: structured what the team was already doing informally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Tracker: replaced existing scattered records with one canonical source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library: codified prompts the team had been editing in place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earned acceptance because they reduced existing friction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Fought Back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role: senior engineers experienced finding-pushback as criticism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logs: felt like ceremony to engineers who already explained decisions verbally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Failure-first QA: required reordering of habitual test-writing patterns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earned acceptance only after specific incidents made their value visible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Mid-Rollout Crisis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a customer feature deadline collided with the rollout discipline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to "ship now, fix later" — the rollout could have failed here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held the line on framework discipline, renegotiated the customer deadline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retrospect, the moment that made the rollout succeed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Adapted Faster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engineers treated the framework as the way work is done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engineers practiced it as a change from prior habits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pressure, established engineers reverted; new hires didn't have habits to revert 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rollouts compound through hiring, even more than through training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land all phases in parallel rather than sequentially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Compromising the rollout under deadline pressure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Underestimating the year of consolidation that follows the visible adoption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— The Framework Rollout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of phased adoption, six phases, one mid-rollout crisis. What generalizes: discipline before tooling; sequenced phases beat parallel adoption; holding the line under pressure is the test. What does not: the schedule, the crisis shape, the cultural starting point.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 C — The Framework Rollout</dc:title>
  <dc:subject>PptxGenJS Presentation</dc:subject>
  <dc:creator>Anthropic</dc:creator>
  <cp:lastModifiedBy>Anthropic</cp:lastModifiedBy>
  <cp:revision>1</cp:revision>
  <dcterms:created xsi:type="dcterms:W3CDTF">2026-05-03T17:33:04Z</dcterms:created>
  <dcterms:modified xsi:type="dcterms:W3CDTF">2026-05-03T17:33:04Z</dcterms:modified>
</cp:coreProperties>
</file>