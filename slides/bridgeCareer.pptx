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and Industry Context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Part VI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Career and Industry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five role archetypes (Generalist, Specialist, Manager/Tech Lead, Architect, Leader) and the artifacts each produces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skills that travel between roles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job postings for genuine must-haves vs. signaling preferences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team maturity, not just prestige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Archetypes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Generalist: code, tests — the implementation 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Specialist: structured findings along a dimension (security, performance, accessibility)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Tech Lead: planning artifacts, coordination, people development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Architect: design documents, decision records, technical strategy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hiring plans, organizational decisions, long-term technical investment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Travel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writing: clear, structured, defensible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Failure-first thinking: enumerate ways things break before specifying success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communication: confident where evidence supports, uncertain where it doesn't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skills compound across a career; role-specific skills depreciate when role changes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Job Posting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Buzzwords vs. specifics: "modern stack" tells you nothing; "Postgres + Kafka + Kubernetes" tells you a lot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must-haves vs. signaling: the third bullet of "we love" usually isn't a real requirement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maturity reading: do they describe artifacts (tracker, playbook) or attitude ("we move fast")?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are written by humans; they leak more than they intend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Maturity, Not Prestige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compound for the rest of the career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 decays much faster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job teaches the disciplines you missed in school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practices the framework will teach better disciplines than a team that doesn't, regardless of brand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for prestige rather than for what you'll learn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role-specific skills as the most valuable to invest in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job postings literally without reading between the lines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Career and Industry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change; skills that travel between roles compound. The first job teaches the disciplines school missed; mid-career tests the disciplines under pressure; late career pays back. Choose partly on what you will learn, not just on who you will work for.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Career and Industry Context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