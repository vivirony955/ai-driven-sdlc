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Operating Disciplines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The Tracker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canonical tracker fields and explain why each one is included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event-sourced (append-only) from mutable trackers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tracker discipline to incident postmortems and audit responses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a tracker has decayed from substrate to record-keeping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and Append-Only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tracker event is append-only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flow as new amendment events, not edits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edits break the audit property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"what did the system know at time T?" must be reliably answerable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Fields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(when), task_id (what work), agent + role (who)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prompt_id (which prompt version), context_hash (state)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input_ids + output_ids (artifacts), decision + reason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tokens_in/out, duration_ms, model, verbosity_tier (cost telemetry)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vs. Stream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of events is the source of truth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is a fast read, derived from the stream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disagree (and over time, in any system, they will): rebuild projection from stream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the other way around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Tracker Enables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Postmortems written from data, not memory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responses queryable in seconds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of past sessions deterministically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Resumption after crash, deploy, or pause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tracker events to fix typos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projection as authoritative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tracker for "small" decisions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The Tracker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 is event-sourced and append-only. Resumption after crash, deploy, or pause is a property of the tracker. A well-kept tracker reduces postmortem and audit cost more than almost any other single discipline.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9.1 — The tracker as an event-sourced timeline</a:t>
            </a:r>
          </a:p>
        </p:txBody>
      </p:sp>
      <p:pic>
        <p:nvPicPr>
          <p:cNvPr id="3" name="Picture 2" descr="b35c73ab7fc459b3412bfd004f469ea09481ab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0917"/>
            <a:ext cx="8229600" cy="32931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 — The Tracker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