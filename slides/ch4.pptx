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5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System Architecture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— Foundations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Four-Layer System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four layers (Memory, Controller, Agents, Artifacts) and what each owns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all cross-layer interactions go through the controller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when a proposed change would require a "fifth layer" and what to do instead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architecture to a small system end-to-end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Layers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tracker, prompt context, agent decision logs, the system's working state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Controller: the chokepoint where retries are bounded, transitions are decided, audit is written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the eight named roles that produce structured outputs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the products of the engineering work — code, designs, tests, contracts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as Chokepoint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mediates every cross-layer interaction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 not reach into memory directly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 not call other agents directly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bounds retries, decides transitions, writes audit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controller that "just forwards" has lost what justified having it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Constraint Pays Off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completeness: every cross-layer operation recorded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retries: the controller decides when to give up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Replaceability: any single layer can change without rewriting others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Resumability: sessions resume from the tracker because the controller's decisions are recorded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Doesn't Fit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Temptation: invent a fifth layer to handle the special case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answer: the special case usually belongs inside one of the four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fifth layer is typically a workaround, not a refinement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existing layer the case belongs in and extend that layer's capability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this once" cross-layer reads bypassing the controller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the controller as a passing-through router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fifth layer for a special case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Four-Layer System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layers are Memory, Controller, Agents, Artifacts. The controller mediates every cross-layer interaction. The value of this constraint shows up in audit, debugging, and replaceability — and is most visible when one layer's technology changes without disturbing the others.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Figure 4.1 — The four-layer system architecture</a:t>
            </a:r>
          </a:p>
        </p:txBody>
      </p:sp>
      <p:pic>
        <p:nvPicPr>
          <p:cNvPr id="3" name="Picture 2" descr="19658f59d1714081144b99b8e459daac9ea6a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835" y="1280160"/>
            <a:ext cx="566233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6E7E94"/>
                </a:solidFill>
                <a:latin typeface="Calibri"/>
              </a:rPr>
              <a:t>AI-Driven SDLC — A Federated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— Four-Layer System Architecture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