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14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6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14635F"/>
          </a:solidFill>
          <a:ln w="12700">
            <a:solidFill>
              <a:srgbClr val="1463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400" kern="0" dirty="0">
                <a:solidFill>
                  <a:srgbClr val="93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8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IV — Quality Concerns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E7E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SDLC — A Federated Framework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 — Security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STRIDE (Spoofing, Tampering, Repudiation, Information disclosure, Denial of service, Elevation of privilege)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test-mitigated security from construction-mitigated security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meta-surface (agents, controller, memory) as itself attack surface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security as a thread across stages, not a single late gate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Spoofing: pretending to be someone you are not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Tampering: modifying data or code in flight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Repudiation: denying actions you took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disclosure: leaking data to unauthorized parties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Denial of service: making the system unavailable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Elevation of privilege: gaining capabilities you should not have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Beats Tests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that confirms cross-tenant data is rejected: useful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constraint that prevents cross-tenant queries: better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Test-mitigated security depends on the test's correctness, coverage, and execution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Construction-mitigated security depends on none of those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Meta-Surface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0" y="4114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can be prompt-injected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 can be bypassed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can be poisoned with adversarial inputs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security review covering only the application is a review of part of the system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2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9C5A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49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 — patterns that look reasonable and aren't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78638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Mitigating with tests rather than with construction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Skipping STRIDE because the system is internal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Treating the meta-surface as outside scope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8F2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463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0E4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14 — Security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runs as a thread across stages rather than as a single late stage. STRIDE gives a domain-independent vocabulary. The meta-surface (agents, controller, memory) is itself attack surface and deserves the same discipline.</a:t>
            </a:r>
            <a:endParaRPr lang="en-US" sz="1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Calibri"/>
              </a:rPr>
              <a:t>Figure 14.1 — STRIDE: the six threat categories</a:t>
            </a:r>
          </a:p>
        </p:txBody>
      </p:sp>
      <p:pic>
        <p:nvPicPr>
          <p:cNvPr id="3" name="Picture 2" descr="a56e363551909fa00b79e9d3cd4db89c5d5a829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873" y="1280160"/>
            <a:ext cx="5098254" cy="3314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686300"/>
            <a:ext cx="82296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100" i="1">
                <a:solidFill>
                  <a:srgbClr val="6E7E94"/>
                </a:solidFill>
                <a:latin typeface="Calibri"/>
              </a:rPr>
              <a:t>AI-Driven SDLC — A Federated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14 — Security</dc:title>
  <dc:subject>PptxGenJS Presentation</dc:subject>
  <dc:creator>Anthropic</dc:creator>
  <cp:lastModifiedBy>Anthropic</cp:lastModifiedBy>
  <cp:revision>1</cp:revision>
  <dcterms:created xsi:type="dcterms:W3CDTF">2026-05-03T17:33:03Z</dcterms:created>
  <dcterms:modified xsi:type="dcterms:W3CDTF">2026-05-03T17:33:03Z</dcterms:modified>
</cp:coreProperties>
</file>