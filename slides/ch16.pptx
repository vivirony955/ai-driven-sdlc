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4" r:id="rId15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6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463040"/>
            <a:ext cx="7315200" cy="36576"/>
          </a:xfrm>
          <a:prstGeom prst="rect">
            <a:avLst/>
          </a:prstGeom>
          <a:solidFill>
            <a:srgbClr val="14635F"/>
          </a:solidFill>
          <a:ln w="12700">
            <a:solidFill>
              <a:srgbClr val="1463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93C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8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IV — Quality Concerns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SDLC — A Federated Framework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16 — Observability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four observability axes: logs, traces, metrics, agent decision logs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decision logs as a typed first-class artifact, not ordinary application logs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when observability has been instrumented as ceremony rather than as signal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observability at design time, not in postmortem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Axes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Logs: discrete events with structured fields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Traces: spans connecting events across services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aggregated time-series numbers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decision logs: structured records of why an agent decided what it did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Logs as a Typed Artifact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logs need their own schema, retention, query path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Mixing them into application log streams produces data that exists but is operationally unreachable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"why did the agent decide X?" must be queryable in seconds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fourth axis is what separates a debuggable agentic system from one reconstructed by guesswork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Signal, Not High Volume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High-cardinality metric labels explode dashboard cost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Verbose logs drown signal in noise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traces sampled at 100% are unaffordable at scale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discipline is selectivity, not completeness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Time, Not Postmortem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new endpoint, agent, memory artifact gets observability instrumented at design time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Post-incident instrumentation captures the lesson but doesn't prevent the next incident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Pre-incident instrumentation reduces incident frequency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2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C5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C4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16 — patterns that look reasonable and aren't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decision logs as ordinary application logs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everything for safety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observability after the incident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E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16 — Observability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axes are logs, traces, metrics, and agent decision logs. Each release should preserve or improve them. The fourth axis separates a debuggable agentic system from one where production behavior is reconstructed by guesswork.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3864"/>
                </a:solidFill>
                <a:latin typeface="Calibri"/>
              </a:rPr>
              <a:t>Figure 16.1 — The four observability axes</a:t>
            </a:r>
          </a:p>
        </p:txBody>
      </p:sp>
      <p:pic>
        <p:nvPicPr>
          <p:cNvPr id="3" name="Picture 2" descr="e665557af7a46682de78473c8e9c0b82fdc0517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3435" y="1280160"/>
            <a:ext cx="5037129" cy="3314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686300"/>
            <a:ext cx="8229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i="1">
                <a:solidFill>
                  <a:srgbClr val="6E7E94"/>
                </a:solidFill>
                <a:latin typeface="Calibri"/>
              </a:rPr>
              <a:t>AI-Driven SDLC — A Federated Framework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16 — Observability</dc:title>
  <dc:subject>PptxGenJS Presentation</dc:subject>
  <dc:creator>Anthropic</dc:creator>
  <cp:lastModifiedBy>Anthropic</cp:lastModifiedBy>
  <cp:revision>1</cp:revision>
  <dcterms:created xsi:type="dcterms:W3CDTF">2026-05-03T17:33:03Z</dcterms:created>
  <dcterms:modified xsi:type="dcterms:W3CDTF">2026-05-03T17:33:03Z</dcterms:modified>
</cp:coreProperties>
</file>