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and Estimation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Ch 19 and Ch 20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Project Planning and Estimation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three-point estimation (best, most likely, worst case)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p50 commitments from p80 commitments and their consequences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buffer at the right level of aggregation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schedule slippage from scope drift; apply different remedies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Estimation Is Hard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of uncertainty: estimates early in a project are widely uncertain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fallacy: humans are systematically optimistic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risk: low-probability long-tail events skew the average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Three-point estimation captures all three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vs. p80 Commitments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(most likely): late roughly half the time — fails at coin-flip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p80: late roughly one in five times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commitments at p80 protect the customer relationship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stretch goals at p50 are fine — they're different from external commitments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Discipline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at the team level, not hidden in individual task estimates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that's named is buffer that can be defended; buffer hidden in task estimates evaporates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slips, the buffer is what protects the commitment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without named buffer is a team committing at p50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vs. Drift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slippage: the work is taking longer than estimated; work itself is what was specified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drift: the work is more than originally specified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capacity to slipping project: sometimes works (with caveats)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capacity to drifted project: makes it worse — the new capacity does new scope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externally at p50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buffer inside individual task estimates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capacity to a slipping project (Brooks's law)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Project Planning and Estimation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is hard because the future is uncertain; the discipline is to make uncertainty explicit. Commit externally at p80, name buffer at the team level, distinguish slippage from drift. Honest replanning beats death-march compression.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Project Planning and Estimation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