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15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Part 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Architecture Patterns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six architecture patterns: monolith, layered, microservices, event-driven, hexagonal, CQRS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architecture pattern matrix to choose between them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hexagonal architecture from CQRS (both involve separation, of different things)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five C.8 questions to defend an architectural choice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Patterns in One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Monolith: all code in one deployable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Layered: code organized in layers, deployed together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Microservices: independently deployable services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Event-driven: services communicate by events, loose coupling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Hexagonal: domain core separated from infrastructure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CQRS: write path separated from read path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vs. CQRS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involve separation; they separate different things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separates domain logic from infrastructure (databases, queues, network)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separates the write path (commands, mutations) from the read path (queries, projections)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can use both: write side and read side can each be hexagonal internally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C.8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maturity: do we have the distributed-systems plumbing?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profile: read-heavy, write-heavy, fan-out, transactional?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cadence: do we benefit from independent deployability?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shape: is the business logic rich enough to repay separation?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familiarity: do we have experience with this pattern?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Choice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five questions explicitly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choice that answers only one (often "what is fashionable") is a bet placed without seeing the other side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surfaces patterns poorly suited to specific conditions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low operational maturity + transactional consistency: poorly suited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pattern by what is currently fashionable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Conflating hexagonal and CQRS as the same kind of separation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operational-maturity question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— Architecture Patterns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 choices are bets. A defensible choice answers all five questions: operational maturity, concurrency profile, deployment cadence, domain shape, team familiarity. A team that picks by familiarity alone has placed a bet without seeing the other side.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C.1 — Architecture pattern selection matrix</a:t>
            </a:r>
          </a:p>
        </p:txBody>
      </p:sp>
      <p:pic>
        <p:nvPicPr>
          <p:cNvPr id="3" name="Picture 2" descr="3ee3514391f85e7234ccf006cefeec74609b99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368" y="1280160"/>
            <a:ext cx="5833264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— Architecture Patterns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