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15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Ch 2 and Ch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— Requirements Engineering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requirements as evolving artifacts, not one-time documents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functional requirements from quality attribute requirements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stakeholders beyond direct users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requirements register with explicit staleness tracking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Requirements Drift Constantly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system, the users, and the business context all drift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register that hasn't been updated is almost certainly stale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is the default state; freshness is the discipline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explicit tracking, drift is invisible until something breaks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vs. Quality Attribute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Functional: what the system does (behaviors, transactions, outputs)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attribute: properties the system must have (latency, availability, security, accessibility)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matter; they describe different things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requirements register that only captures functional misses where most expensive failures live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Beyond Users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interacts with the system directly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stakeholder has interest in the system's outcomes (regulators, sponsors, downstream consumers, affected non-users)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users-only view misses constraints (regulatory, contractual, organizational)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of the most expensive requirements come from non-user stakeholders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Requirements Register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id, type, statement, source, last_reviewed, status, related_artifacts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cadence: every requirement reviewed annually; functional requirements touched by feature change reviewed at design time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detection: a Validator agent flagging requirements with last_reviewed past policy threshold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from defect to requirement; trace from requirement to test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requirements as a one-time document, not a living register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functional requirements without quality attributes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stakeholders as direct users only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— Requirements Engineering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drift constantly because the system, users, and context all drift. A register that hasn't been updated is almost certainly stale. The discipline is explicit staleness tracking, structured stakeholder mapping, and traceability between requirements and the artifacts that satisfy them.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Calibri"/>
              </a:rPr>
              <a:t>Figure B.1 — From stakeholder to tested system: the requirements pipeline</a:t>
            </a:r>
          </a:p>
        </p:txBody>
      </p:sp>
      <p:pic>
        <p:nvPicPr>
          <p:cNvPr id="3" name="Picture 2" descr="f4f4617ee882ccd09076d14938f119b97289fa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003" y="1280160"/>
            <a:ext cx="5907993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6E7E94"/>
                </a:solidFill>
                <a:latin typeface="Calibri"/>
              </a:rPr>
              <a:t>AI-Driven SDLC — A Federated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— Requirements Engineering</dc:title>
  <dc:subject>PptxGenJS Presentation</dc:subject>
  <dc:creator>Anthropic</dc:creator>
  <cp:lastModifiedBy>Anthropic</cp:lastModifiedBy>
  <cp:revision>1</cp:revision>
  <dcterms:created xsi:type="dcterms:W3CDTF">2026-05-03T17:33:03Z</dcterms:created>
  <dcterms:modified xsi:type="dcterms:W3CDTF">2026-05-03T17:33:03Z</dcterms:modified>
</cp:coreProperties>
</file>