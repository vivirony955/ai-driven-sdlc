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and Responsible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Ch 22 and Ch 23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Ethics and Responsible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four patterns of harm: bias amplification, accountability dilution, surveillance creep, autonomy erosion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ethical review as extension of the framework, not competition with it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mitigation disciplines specific to each harm pattern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"the AI did it" as a defense in incident response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Harm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amplification: training data biases compound through deployment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dilution: nobody is responsible when humans and agents share decisions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creep: data collected for one purpose enables another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erosion: defaults shift behavior in ways users can't easily resist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Review Extends the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meets every functional and non-functional requirement can still be ethically problematic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review extends rather than competes with the framework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are explicit disciplines, not absence of malice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"Outside the scope" is itself the failure mode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Disciplines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amplification: tested-against-representative-cases with halt authority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dilution: named human approver for every adverse decision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creep: explicit retention limits, named data flows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erosion: unburied override paths, opt-outs that work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the AI-Did-It Defense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humans and agents share a decision, "the AI did it" lets every party off the hook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party is fully responsible; the harm has no owner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approvals push accountability back into the human review path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adverse decision has a named approver accountable for the outcome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ethics as outside the framework's scope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ethics statements without concrete mitigations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"the AI did it" as a defense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Ethics and Responsible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review extends the framework rather than competing with it. The four harm patterns — bias amplification, accountability dilution, surveillance creep, autonomy erosion — are the default outcome of naive deployment. Mitigations are explicit disciplines, not absence of malice.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E.1 — Patterns of harm and their mitigations</a:t>
            </a:r>
          </a:p>
        </p:txBody>
      </p:sp>
      <p:pic>
        <p:nvPicPr>
          <p:cNvPr id="3" name="Picture 2" descr="3e7f30b4d22fa8e7513445c846f771a92fdda5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003" y="1280160"/>
            <a:ext cx="5907993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— Ethics and Responsible AI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