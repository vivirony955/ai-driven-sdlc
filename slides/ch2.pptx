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Models for AI-Driven 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Mental Models for AI-Driven Development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six mental models (Federation, Memory, Supply Chain, Failure-First, Determinism, Trust-by-Construction) to a real system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lenses from each other; identify which failure mode each one surfaces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reliance on a single lens produces blind spots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lenses to diagnose when a discipline has decayed into ritual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Lenses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Federation: many lifecycles working in coordination, not a single pipeline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durable artifacts the system can read, write, and reason over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Chain: how context flows from upstream artifacts to downstream invocations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Failure-First: enumerate how the system fails before specifying success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same inputs produce same outputs given the same memory state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Trust-by-Construction: trust built into structure, not added by checks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Lens Reveals Different Failure Modes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surfaces backward edges the pipeline framing hides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surfaces what counts as durable state vs. ephemeral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surfaces invalidation: when upstream changes, what propagates?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Failure-First surfaces unguarded invariants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surfaces hidden state that breaks reproducibility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Trust-by-Construction surfaces application-layer checks that should be storage-layer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Lenses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lens is sufficient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failures usually involve two or more lenses simultaneously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feels like ritual, return to the motivating lens — the discipline has decayed if the lens no longer applies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uses one lens exclusively has the engineering equivalent of one tool for every problem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favorite lens and skipping the others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lenses as a checklist rather than ways to think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two adjacent lenses (Memory + Supply Chain, Determinism + Trust-by-Construction)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Mental Models for AI-Driven Development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lenses are: federation, memory, supply chain, failure-first, determinism, trust-by-construction. Without them, the disciplines later in the book read as bureaucracy. With them, they read as engineering responses to specific failure modes.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— Mental Models for AI-Driven Development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