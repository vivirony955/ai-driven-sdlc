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 AI-Driven SDLC?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— Foundations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Why an AI-Driven SDLC?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three failure modes of AI-driven engineering: confidently wrong output, drift across iterations, quiet erosion of standards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discipline from a tool or process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Articulate why reliability is a property of the surrounding system, not the agent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when the framework's overhead would not be repaid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Failure Modes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Confidently wrong output: fluent, plausible, indistinguishable from correct at the surface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across iterations: each step plausible in isolation, the aggregate incoherent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erosion of standards: every shortcut becomes the new norm; yesterday's emergency is today's reference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Discipline, Not Toolset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discipline is a repeated practice with explicit rules, measurable outputs, named owners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can be adopted or ignored without changing behavior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process can exist on paper without being practiced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test: can someone reconstruct, after the fact, why a given action was taken?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as a System Property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models reduce some failure rates but not all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Drift, erosion, audit gaps are structural — not model problems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surrounding system does most of the reliability work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that adopts the framework expecting elimination of failures will be disappointed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Framework Repays Its Overhead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systems with multiple stakeholders or compliance requirements: yes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scripts, prototypes destined to be rewritten: probably not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with single users and no audit needs: lighter weight is fine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the disciplines compound, so under-investing early gets expensive later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just need a better model" — treats failure modes as model problems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"Once we have the framework, failures will stop" — overclaims; framework reduces, doesn't eliminate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"We're too small for this discipline" — postponing to crisis is more expensive than adopting now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 — Why an AI-Driven SDLC?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is a discipline more than a toolset. The upside and downside of AI in engineering arrive together; the discipline is what separates them. Reliability is a property of the surrounding system, not of the agent.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— Why an AI-Driven SDLC?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