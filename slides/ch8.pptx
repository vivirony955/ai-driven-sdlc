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as a Discipline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Operating Disciplines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Prompt Engineering as a Discipline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canonical six-field prompt template (role, input, objective, constraints, output format, self-review)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as code: versioned, reviewed, evaluated, rollback-able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failure mode of edited-in-place prompts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prompt library that compounds over time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Deserve What Code Deserves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Versioning: every change recorded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 second pair of eyes before merging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regression tests against held-out cases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returning to a prior version is routine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Six-Field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who the agent is acting 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what data the agent receives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what the agent must produce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what the agent must not 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 the structure of the response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Self-review: the agent checks its own output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Field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focuses reasoning to the right context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separates data from instructions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Constraints are deliberately separate (the agent reasons about them separately)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reduces post-processing variance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catches obvious errors before they propagate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directory, one file per agent role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in source control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 that prompts conform to the template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set runs on every prompt change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prompts in place without versioning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OBJECTIVE and CONSTRAINTS into one field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prose instead of structured fields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Prompt Engineering as a Discipline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deserve the same treatment as code: versioned, reviewed, evaluated, rolled back when they regress. The canonical six-field template gives the agent a shape it can satisfy reliably.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8.1 — The canonical prompt template</a:t>
            </a:r>
          </a:p>
        </p:txBody>
      </p:sp>
      <p:pic>
        <p:nvPicPr>
          <p:cNvPr id="3" name="Picture 2" descr="405334cdcb807c4c6f44a99118484be23ec5a3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612" y="1280160"/>
            <a:ext cx="5042776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— Prompt Engineering as a Discipline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