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 Supply Chain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Operating Disciplines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Context as Supply Chain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supply-chain lens to context flow in an AI system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provenance, layering, minimization, and invalidation as discipline requirements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 context is too large rather than too small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stale-context bugs in deployed systems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Has Provenance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context comes from somewhere: an artifact, a prior turn, a human input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lets you trace why an agent decided what it did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provenance, debugging requires guesswork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Is Often Worse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reason worse over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"more context" ends up being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is minimization, not accumulation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Inlining a 2,800-line file when an ID would suffice is a token-cost incident waiting to happen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and Minimization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sources stack: system prompt, role spec, task input, prior turns, retrieved context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should justify its presence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layer doesn't change the output, drop it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Invalidation: The Hardest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upstream artifacts change, downstream context must be invalidated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change ships, the contract is updated, the cached context is now stale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invalidation: subsequent agent invocations operate on stale context for hours or days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invalidation discipline is part of the supply chain, not optional polish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context = better outputs" (the inverse is usually true)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Inlining whole files when an ID would suffice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invalidating context when upstream artifacts change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Context as Supply Chain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behaves like a supply chain: it has provenance, it gets layered, it needs minimization, and it requires invalidation when upstream changes. The quality of memory artifacts upstream sets a ceiling on agent output downstream.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5.1 — Context as concentric layers</a:t>
            </a:r>
          </a:p>
        </p:txBody>
      </p:sp>
      <p:pic>
        <p:nvPicPr>
          <p:cNvPr id="3" name="Picture 2" descr="13e43828130fd808b42915d8e7a7a2e16faa51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298" y="1280160"/>
            <a:ext cx="5275404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— Context as Supply Chain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