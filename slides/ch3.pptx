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of Lifecycles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Foundations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Federation of Lifecycles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seven lifecycles and the work each one owns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federation differs structurally from a pipeline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backward edges in real engineering workflows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cost of skipping a lifecycle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Lifecycles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(what to build)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(architecture and contracts)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(the implementation)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(failure-first testing)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(threat modeling and defense)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(latency and resource budgets)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Observability (rollout and operational signals)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Federation, Not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framing implies one direction: Product → Design → Dev → QA → ...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work bounces among lifecycles repeatedly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QA finding that requires changing a contract bounces back to Design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regression bounces back to Development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normal operation, not exceptions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Edges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backward edge is work flowing from downstream to upstream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Healthy: QA bounces a finding back to Design with the invariant cited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Unhealthy: QA patches locally without notifying Design — contracts now inconsistent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is to record backward edges as artifacts, not just as conversations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Lifecycles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skipped lifecycle's work still has to happen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is deferral, often to an incident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skips Performance until something is slow has chosen to discover the budget by exceeding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skips Security until something is breached has the same pattern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seven lifecycles as one pipeline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 lifecycle because "we don't need it yet"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recording the backward edges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Federation of Lifecycles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seven lifecycles, each with its own inputs, outputs, and exit criteria. Feedback edges are part of normal operation. Development is the engine; the other six are what keep the engine pointed at the road.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3.1 — The federation of lifecycles</a:t>
            </a:r>
          </a:p>
        </p:txBody>
      </p:sp>
      <p:pic>
        <p:nvPicPr>
          <p:cNvPr id="3" name="Picture 2" descr="c05038092a18c02ccb5fe54d6ca038fc4c5c6a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897" y="1280160"/>
            <a:ext cx="5474205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— Federation of Lifecycles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