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 — Reflection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 — Glossary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canonical terms consistently across the team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invent new terms when the glossary already has one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glossary periodically rather than treating it as one-time onboarding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that vocabulary drift is silent until two engineers discover they've been talking about different things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vocabulary is part of how the framework transfers between people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a tracker" can mean very different things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 using the same term differently is silent until mid-conversation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the mismatch costs more than maintaining consistency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New Terms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term is one more thing to learn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term is one more thing that can drift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glossary covers what you mean, use the glossary's term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invention for genuinely new concepts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Periodically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glossary is most useful when a team thinks they're past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months in, terms get used confidently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when small mistranslations start accumulating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to the glossary periodically is a discipline, not a regression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terms loosely rather than to the glossary's definitions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new terms when the glossary already has one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glossary because "we're past that"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 — Glossary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vocabulary is part of how the framework transfers between people. A team that uses the same words for the same things spends less of every conversation re-establishing what it's talking about — which is most of what makes the structure feel obvious in retrospect.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24 — Glossary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