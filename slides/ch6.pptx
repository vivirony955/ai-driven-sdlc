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4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Operating Disciplines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Token Economics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cost components and their interactions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five token disciplines (deltas, IDs, compression, adaptive verbosity, pruning)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optimizing one cost component pushes another up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end-to-end cost per task, not unit cost per token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Token Disciplines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Deltas: send what changed, not the whole artifact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IDs: reference artifacts by ID rather than inlining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Compression: structured summaries of long content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verbosity: simple tasks at lower tier, complex tasks at higher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Pruning: remove context that isn't justifying its tokens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Discipline Correlates with Quality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improve when context shrinks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Smaller, well-targeted context produces lower cost AND sharper outputs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context produces more cost AND more noise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is structural: discipline in input produces discipline in result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Optimize One Component in Isolation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a cheaper model: model cost down, retry cost up, sometimes net higher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caching: infrastructure cost up, model cost down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tier 4 verbosity "for safety": every task more expensive without quality gain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end-to-end cost per task, not unit cost per token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only model cost, ignoring other components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verbosity tier 4 as default for safety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whole files instead of deltas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Token Economics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disciplines: deltas, IDs, compression, adaptive verbosity, pruning. Token discipline and quality discipline correlate; both improve when context shrinks. Measure tokens per task type and use the data to target the next discipline to add.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6.1 — The five token disciplines</a:t>
            </a:r>
          </a:p>
        </p:txBody>
      </p:sp>
      <p:pic>
        <p:nvPicPr>
          <p:cNvPr id="3" name="Picture 2" descr="31782f6a7f6c0880a9f8f12bda8360494c88e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280160"/>
            <a:ext cx="6629400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— Token Economics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