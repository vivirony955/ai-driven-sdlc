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14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Application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— Operating the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20 — Domain Application Patterns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framework's skeleton to a domain not covered in the textbook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domain-independent structure from domain-specific specifics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Re-derive invariants for a new domain rather than copying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that judgment is domain-specific even when tooling is portable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Skeleton Is Portable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eight agents, the loop, the tracker, the four observability axes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recur across banking, healthcare, logistics, gaming, content publishing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Domain-independent because they're about how engineering work is structured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portable: the specific contracts, the specific invariants, the specific failure modes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Re-Derive, Don't Copy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Learn has ten invariants — not because ten is right, but because the system has ten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domain has its own count, derived from what the system must preserve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invariants from another domain produces a list that looks like rigor and isn't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invariant must come from the actual domain properties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vs. Judgment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(tracker schema, prompt library structure, controller patterns) ports across domains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(what to record, what to prompt for, what to validate) is domain-specific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ports tooling without re-developing judgment: working tools, broken outputs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framework's value is in the judgment, not just the artifacts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20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skeleton because "our domain is special"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another domain's invariants without re-deriving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tooling as the transferable part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20 — Domain Application Patterns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recurs with similar shape across domains. What changes is the specifics: invariants, concurrency profiles, failure modes. A team that has worked through it in one domain typically gets to working competence in the next much faster than a team starting from scratch.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20.1 — The same skeleton, different domains</a:t>
            </a:r>
          </a:p>
        </p:txBody>
      </p:sp>
      <p:pic>
        <p:nvPicPr>
          <p:cNvPr id="3" name="Picture 2" descr="3764b931cb2487b58a8bddad6abdffd8f2daea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206" y="1280160"/>
            <a:ext cx="5227588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20 — Domain Application Patterns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