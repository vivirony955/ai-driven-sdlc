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Grading-Service Redesign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Case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The Grading-Service Redesign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multi-quarter architectural redesign through the framework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technical readiness from political readiness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 tracked bet and the absence of 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CQRS to a real system, including the migration cost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January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proposals: microservice split, read replica, full CQRS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 chosen as the smallest fix addressing dashboard latency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address contention; that was the deferred problem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was defensible; the failure was in not recording the postponement as a tracked bet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Outage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came back during peak grading window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Enrollment-confirm p99 latency exceeded SLO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deferred problem became urgent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too late because no threshold-driven trigger had been recorded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October Redesign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CQRS implementation: write path separated from read path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Ten-week project, three engineers, executive sponsor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plan: dual-write phase, observation period, gradual cutover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between sides as a feature, not a bug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Should Have Recorded in January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bet: "the read replica will solve the dashboard latency, and contention will remain tolerable for at least one year"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point: every quarter, check contention metrics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threshold: if enrollment-confirm p99 exceeds 90% of budget during peak windows, larger redesign moves from "deferred" to "scheduled within next quarter"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 is a bet only when it has a measurable trigger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smallest fix without recording the postponement as a tracked bet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"we'll come back to this" as planning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technical readiness with political readiness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The Grading-Service Redesign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multi-quarter architectural redesign succeeds when the original decision was honest about its bet. The team's mistake in January was not in choosing the read replica; it was in failing to name the postponement as a bet with a measurable threshold. The October redesign succeeded because by then the political readiness matched the technical readiness.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B — The Grading-Service Redesign</dc:title>
  <dc:subject>PptxGenJS Presentation</dc:subject>
  <dc:creator>Anthropic</dc:creator>
  <cp:lastModifiedBy>Anthropic</cp:lastModifiedBy>
  <cp:revision>1</cp:revision>
  <dcterms:created xsi:type="dcterms:W3CDTF">2026-05-03T17:33:04Z</dcterms:created>
  <dcterms:modified xsi:type="dcterms:W3CDTF">2026-05-03T17:33:04Z</dcterms:modified>
</cp:coreProperties>
</file>