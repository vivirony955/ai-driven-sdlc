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3" r:id="rId14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63040"/>
            <a:ext cx="7315200" cy="36576"/>
          </a:xfrm>
          <a:prstGeom prst="rect">
            <a:avLst/>
          </a:prstGeom>
          <a:solidFill>
            <a:srgbClr val="14635F"/>
          </a:solidFill>
          <a:ln w="12700">
            <a:solidFill>
              <a:srgbClr val="1463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93C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Execution Loop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 — The Agents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SDLC — A Federated Framework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 — The Execution Loop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seven stages of the execution loop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local fixes from non-local fixes (contract, schema, invariant)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the cost of fast-laning trivial changes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loop's discipline uniformly without skipping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Loop's Stages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→ Develop → QA → Security → Performance → Validate → Release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produces a structured output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Validator catches cross-artifact problems no single agent would notice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Release Governor decides on canary, observation windows, rollback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vs. Non-Local Fixes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Local: a logic fix that doesn't change return types, contracts, schemas, or invariants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Non-local: anything that does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fixes stay inside the current iteration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Non-local fixes bounce back to Design — the loop runs from the affected upstream stage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Skip-the-Loop Fails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change is too small for the full loop" — until the day a label change collapses two enums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bug fix is urgent, skip Security" — the loop catches what urgency hides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earns most of its value on changes the team is most tempted to skip it for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C5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C4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 — patterns that look reasonable and aren't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Fast-laning trivial changes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contract-touching bug fixes as local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a stage because the team trusts it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E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 — The Execution Loop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runs the full loop, including the changes that feel too small to bother with. Local fixes stay inside the iteration; non-local fixes bounce back to Design. The loop earns most of its value on the changes that look trivial.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3864"/>
                </a:solidFill>
                <a:latin typeface="Calibri"/>
              </a:rPr>
              <a:t>Figure 11.1 — The inner execution loop</a:t>
            </a:r>
          </a:p>
        </p:txBody>
      </p:sp>
      <p:pic>
        <p:nvPicPr>
          <p:cNvPr id="3" name="Picture 2" descr="e6157b7436733d11b84a37370361e67b01f6d4d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1280160"/>
            <a:ext cx="4419600" cy="3314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686300"/>
            <a:ext cx="8229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i="1">
                <a:solidFill>
                  <a:srgbClr val="6E7E94"/>
                </a:solidFill>
                <a:latin typeface="Calibri"/>
              </a:rPr>
              <a:t>AI-Driven SDLC — A Federated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11 — The Execution Loop</dc:title>
  <dc:subject>PptxGenJS Presentation</dc:subject>
  <dc:creator>Anthropic</dc:creator>
  <cp:lastModifiedBy>Anthropic</cp:lastModifiedBy>
  <cp:revision>1</cp:revision>
  <dcterms:created xsi:type="dcterms:W3CDTF">2026-05-03T17:33:03Z</dcterms:created>
  <dcterms:modified xsi:type="dcterms:W3CDTF">2026-05-03T17:33:03Z</dcterms:modified>
</cp:coreProperties>
</file>