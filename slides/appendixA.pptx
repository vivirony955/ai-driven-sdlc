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Seat-Overrun Incident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Long-Form Case Study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The Seat-Overrun Incident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the seat-overrun incident through the framework: signal, detection, investigation, redesign, rollout, follow-up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trigger (concurrency) from structural cause (layer mismatch)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why the hourly invariant monitor reported green for 18 months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case study's lessons to similar latent bugs in other systems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Learn course enrollment system: students sometimes saw a course as available, then got an error after enrolling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confirmed cases over 18 months; reported as "intermittent" because retries usually worked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INV-AL-01 (no over-enrollment) violated; the system shipped seats to students it shouldn't have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 had no unique constraint; application checked uniqueness and lost the race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Monitor Was Green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hourly invariant monitor compared seats_taken against a recount of Enrollment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contained the same corruption — the monitor compared two consistent broken values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 was not lying; it was checking the wrong thing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monitors must compare against ground truth, not against another internal computation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Proposal Failed Audit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proposed: add unique constraint, fix the immediate bug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returned three findings: idempotency gap, retry semantics, missing backfill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would have produced follow-up incidents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of structural review caught what would otherwise have shipped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Six-Day Rollout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backfill plan with scan to confirm pre-rollout state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canary tier with maximum-traffic limit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3–5: tier expansion with explicit thresholds for proceed and rollback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6: full deployment with post-deployment monitoring period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 of slow-and-observable rollout for invariant-changing fixes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tickets when retries fix the symptom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one internal computation against another internal computation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Mitigating with tests rather than with structural change at storage layer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— The Seat-Overrun Incident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and structural cause are different. The seat-overrun bug's trigger was concurrency; its cause was an invariant enforced at the application layer rather than at storage. The framework worked: structured investigation surfaced the structural cause; structured review caught the inadequate first proposal; structured rollout shipped the fix safely.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Appendix A — The Seat-Overrun Incident</dc:title>
  <dc:subject>PptxGenJS Presentation</dc:subject>
  <dc:creator>Anthropic</dc:creator>
  <cp:lastModifiedBy>Anthropic</cp:lastModifiedBy>
  <cp:revision>1</cp:revision>
  <dcterms:created xsi:type="dcterms:W3CDTF">2026-05-03T17:33:04Z</dcterms:created>
  <dcterms:modified xsi:type="dcterms:W3CDTF">2026-05-03T17:33:04Z</dcterms:modified>
</cp:coreProperties>
</file>