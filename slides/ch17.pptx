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4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and Recovery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— Operating the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— Failure and Recovery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five recurring classes of failure: agent, output, context, dependency, operational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recovery in advance, not during the incident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bounded retries as discipline that surfaces failures rather than masking them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patterns of "retries fix it" as structural signals, not isolated incidents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Failure Classes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failure: the agent itself produces no output or an error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failure: the agent produces output that is wrong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failure: the input data was wrong or stale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failure: an external service is unavailable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failure: deploy went wrong, infrastructure outage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Designed in Advance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are the worst time to design recovery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information, time pressure, partial state, ad hoc decisions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Improvised recovery typically produces secondary incidents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designed in advance, even imperfectly, holds up better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Retries Are Discipline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bound feels like reliability; it is the opposite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 surfaces real failures rather than absorbing them as cost runaways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"fixes" the bound has chosen to make every transient failure invisible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seat-overrun bug had this exact early signature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Improvising recovery during an incident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bounded retries as a bug to be removed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tickets without postmortem when retries fix them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— Failure and Recovery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recurring failure classes, each with detection, automatic action, and escalation rule. Recovery works best when designed in advance. The tracker enables resumption; the controller bounds retries; the Validator catches what no single agent notices.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17.1 — Failure recovery: detection, action, escalation</a:t>
            </a:r>
          </a:p>
        </p:txBody>
      </p:sp>
      <p:pic>
        <p:nvPicPr>
          <p:cNvPr id="3" name="Picture 2" descr="2945a438dbf56a6821c1385352e35ea74b718e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37" y="1280160"/>
            <a:ext cx="5034326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 — Failure and Recovery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