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— The Agents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— Agent 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eight canonical agent roles and the artifact each produces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role-specification structure (input shape, output shape, halt-on conditions)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halting as a valid verdict, not a failure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when role merging or agent-to-agent calls weaken the framework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Canonical Agent Roles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Architect: design proposals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Auditor: structured findings on artifacts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implementations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QA: test plans + results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threat findings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latency reports + budget waivers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Validator: cross-artifact consistency reports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Governor: rollout plans + canary verdicts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Halting as a Valid Verdict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can say "I don't have enough to produce a reliable answer"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halt as failure incentivizes confidently wrong outputs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halt as valid produces a calibrated agent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Halt-on conditions belong in the role specification, not in the agent's judgment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Specialization Pays Off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reviews each artifact against invariants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checks for cross-artifact mismatch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look at different things; merging loses one or the other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lets each role be evaluated, versioned, replaced independently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Auditor and Validator into one role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specifying halt-on conditions explicitly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Allowing agents to call other agents directly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— Agent 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agents, each with one job, fixed input and output shapes, explicit halt-on conditions. A federation of narrow agents tends to outperform a single broad one because the narrow ones can be evaluated, versioned, and replaced independently.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 — Agent Design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