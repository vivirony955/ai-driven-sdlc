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5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Part II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— Data Engineering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data as a first-class engineering concern, not auxiliary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lineage discipline: every consumer's view traces back through named transformations to source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operational value of lineage even when nothing is broken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disciplines (versioning, testing, observability) to data that you apply to code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First-Class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engineering and data engineering deserve the same disciplines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Versioning, lineage, testing, observability — all of these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that treats data as auxiliary will discover its primacy during an audit or outage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not what code happens to operate on; data and code are co-equal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as Operational Substrate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Lineage: every consumer's view traces back through named transformations to a source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Producers, transformation hops, authoritative store, consumers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breaks, lineage makes diagnosis fast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hasn't broken yet, lineage enables structural change without breaking consumers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Lineage Pays Off in Quiet Times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changes: lineage tells which consumers need updating, in what order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Deprecation: lineage shows which consumers depend on what is being removed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regulators ask "where did this data come from?"; lineage is the answer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Migrations: lineage tells what must be backfilled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Disciplines as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versioning: every change recorded, rollback possible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data quality, integrity, freshness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lineage events, schema events, freshness metrics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 schema-change PRs go through review like code-change PRs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data as auxiliary to code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lineage because "nothing is broken"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code but not schemas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— Data Engineering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 first-class engineering concern. Lineage gives every consumer's view a traceable path back through named transformations to the authoritative source. A team that has lineage in place can diagnose, deprecate, and migrate confidently; a team without it discovers what depends on what during an outage.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Calibri"/>
              </a:rPr>
              <a:t>Figure D.1 — Data lineage from producer to consumers</a:t>
            </a:r>
          </a:p>
        </p:txBody>
      </p:sp>
      <p:pic>
        <p:nvPicPr>
          <p:cNvPr id="3" name="Picture 2" descr="79bb71bda8b9e04d8c55e355cd2bedec1437da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289" y="1280160"/>
            <a:ext cx="6481422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6E7E94"/>
                </a:solidFill>
                <a:latin typeface="Calibri"/>
              </a:rPr>
              <a:t>AI-Driven SDLC — A Federated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— Data Engineering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