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Capabilities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 — Reflection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 — Advanced Capabilities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advanced capabilities: observability-driven debugging, failure simulation, invariant-driven enforcement, plugin extensibility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foundations are solid enough to layer advanced capabilities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failure mode of reaching for advanced capabilities before foundations are in place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advanced capabilities as rewards of discipline, not substitutes for it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Observability-driven debugging: tracing decisions through the four axes back to root cause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simulation: deliberately injected failures verify recovery paths 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Invariant-driven enforcement: invariants checked at storage layer, not just in code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extensibility: third parties can extend the system within stable contracts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Observability-driven debugging needs the four observability axes solid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simulation needs engineered recovery paths to test against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Invariant-driven enforcement needs invariants explicitly named first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extensibility needs contract discipline at the boundary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Capabilities Pay 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at Level 3 with solid foundations: ready for one or two advanced capabilities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at Level 1 reaching for plugin extensibility: theater, not capability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is foundations → advanced — reversing produces expensive theater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advanced capability earns most of its value when foundations are solid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failure simulation before engineered recovery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plugin extensibility before contract discipline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advanced capabilities as the goal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 — Advanced Capabilities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advanced capabilities compound on top of foundational disciplines. Each earns most of its value when foundations are solid; without them they tend to be expensive theatre. The usual mistake is reaching for advanced capabilities first because they sound impressive.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21 — Advanced Capabilities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